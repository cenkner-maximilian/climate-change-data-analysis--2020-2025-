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7EA"/>
    <a:srgbClr val="B7B1F2"/>
    <a:srgbClr val="FBF3B9"/>
    <a:srgbClr val="FFD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/>
    <p:restoredTop sz="94647"/>
  </p:normalViewPr>
  <p:slideViewPr>
    <p:cSldViewPr snapToGrid="0">
      <p:cViewPr varScale="1">
        <p:scale>
          <a:sx n="136" d="100"/>
          <a:sy n="136" d="100"/>
        </p:scale>
        <p:origin x="1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B712-5DB4-DAB0-5B8C-7B60ED9F9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0EF03-7111-F215-0ECF-2AE503FC7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4659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600C-FC8D-7D4C-6E58-57A54AC0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731E-C466-9242-0EF8-7052CA6A2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022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34F6-085F-F1A8-1653-9A6E5BEDB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69D34-AEAC-EB56-72D8-8A8D8523B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296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9EF5-EE1A-EA1E-B7F4-AC7329AC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FC186-4AB9-543C-55FB-432E5B8F6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F5ECB-20DB-2D21-9692-88C9BF45C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6370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49ED-BC10-2419-CF25-6915476D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B66F-8FBF-EE8F-9727-E72E5E9FD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E1FB4-4833-9EE8-F97E-E72C9C15D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8037F-8AB4-ABE8-ACED-52D2B22E8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418A5-9F9E-5FDC-E6CB-4E781EF3A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5388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31C8-2892-82EB-C0C0-B10185F8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7995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308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8C7F-6D39-FC77-4103-7E5D9A05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460BC-DF2E-7822-601E-7C750A601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1AA90-F2F2-FE06-4B32-FD84C55A6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900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325F-211D-8E6F-E145-DF5EEE3E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FDE80-B997-918A-9DAB-AAB8CC72E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D0183-60E3-9BD9-D027-05807F51E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089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1C7B-34BB-6543-F24A-3A830331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A3392-A97D-8FD3-C7C1-07BC6E71C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266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07535-AB54-3056-7B34-6B7126162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9BACE-3E46-003D-B7C7-DB6CC794F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01737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B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CE9BF2-F46A-1AE6-0700-A2479E0BD0E7}"/>
              </a:ext>
            </a:extLst>
          </p:cNvPr>
          <p:cNvSpPr/>
          <p:nvPr userDrawn="1"/>
        </p:nvSpPr>
        <p:spPr>
          <a:xfrm>
            <a:off x="838200" y="365125"/>
            <a:ext cx="10515600" cy="58118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ln>
                <a:noFill/>
              </a:ln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78966-5F95-5432-AB6E-49AE5F95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k-S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E7977-B6C4-FDB7-3C7F-69B67D5CC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6752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DejaVu Sans Condensed" panose="020B0603030804020204" pitchFamily="34" charset="0"/>
          <a:ea typeface="DejaVu Sans Condensed" panose="020B0603030804020204" pitchFamily="34" charset="0"/>
          <a:cs typeface="DejaVu Sans Condensed" panose="020B0603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EJAVU SANS" panose="020B0603030804020204" pitchFamily="34" charset="0"/>
          <a:ea typeface="DEJAVU SANS" panose="020B0603030804020204" pitchFamily="34" charset="0"/>
          <a:cs typeface="DEJAVU SANS" panose="020B06030308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EJAVU SANS" panose="020B0603030804020204" pitchFamily="34" charset="0"/>
          <a:ea typeface="DEJAVU SANS" panose="020B0603030804020204" pitchFamily="34" charset="0"/>
          <a:cs typeface="DEJAVU SANS" panose="020B06030308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EJAVU SANS" panose="020B0603030804020204" pitchFamily="34" charset="0"/>
          <a:ea typeface="DEJAVU SANS" panose="020B0603030804020204" pitchFamily="34" charset="0"/>
          <a:cs typeface="DEJAVU SANS" panose="020B06030308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EJAVU SANS" panose="020B0603030804020204" pitchFamily="34" charset="0"/>
          <a:ea typeface="DEJAVU SANS" panose="020B0603030804020204" pitchFamily="34" charset="0"/>
          <a:cs typeface="DEJAVU SANS" panose="020B06030308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EJAVU SANS" panose="020B0603030804020204" pitchFamily="34" charset="0"/>
          <a:ea typeface="DEJAVU SANS" panose="020B0603030804020204" pitchFamily="34" charset="0"/>
          <a:cs typeface="DEJAVU SANS" panose="020B06030308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C539-7940-9F55-6A0A-4DFC723D8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16" y="691117"/>
            <a:ext cx="3388242" cy="2280684"/>
          </a:xfrm>
        </p:spPr>
        <p:txBody>
          <a:bodyPr>
            <a:normAutofit/>
          </a:bodyPr>
          <a:lstStyle/>
          <a:p>
            <a:pPr algn="l"/>
            <a: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Climate </a:t>
            </a:r>
            <a:b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</a:br>
            <a: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change </a:t>
            </a:r>
            <a:b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</a:br>
            <a: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6AEBE-2922-5AD7-E27C-59D575FD9B6D}"/>
              </a:ext>
            </a:extLst>
          </p:cNvPr>
          <p:cNvSpPr txBox="1"/>
          <p:nvPr/>
        </p:nvSpPr>
        <p:spPr>
          <a:xfrm>
            <a:off x="1300716" y="5454502"/>
            <a:ext cx="353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b="1" dirty="0">
                <a:latin typeface="DejaVu Sans Condensed" panose="020B0603030804020204" pitchFamily="34" charset="0"/>
                <a:ea typeface="DejaVu Sans Condensed" panose="020B0603030804020204" pitchFamily="34" charset="0"/>
                <a:cs typeface="DejaVu Sans Condensed" panose="020B0603030804020204" pitchFamily="34" charset="0"/>
              </a:rPr>
              <a:t>A 2025 Data analysis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901DC1-E1AE-55B5-145D-233E0D64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37778"/>
            <a:ext cx="3853416" cy="3382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5FCC66-0D76-2731-0E32-4D66BBAC825F}"/>
              </a:ext>
            </a:extLst>
          </p:cNvPr>
          <p:cNvSpPr txBox="1"/>
          <p:nvPr/>
        </p:nvSpPr>
        <p:spPr>
          <a:xfrm>
            <a:off x="5456241" y="6520566"/>
            <a:ext cx="1452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0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Maximilián Cenkner</a:t>
            </a:r>
          </a:p>
        </p:txBody>
      </p:sp>
    </p:spTree>
    <p:extLst>
      <p:ext uri="{BB962C8B-B14F-4D97-AF65-F5344CB8AC3E}">
        <p14:creationId xmlns:p14="http://schemas.microsoft.com/office/powerpoint/2010/main" val="379979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705C-3ADD-7E6D-1B77-ECE028F7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92" y="816086"/>
            <a:ext cx="3462080" cy="1360966"/>
          </a:xfrm>
        </p:spPr>
        <p:txBody>
          <a:bodyPr>
            <a:noAutofit/>
          </a:bodyPr>
          <a:lstStyle/>
          <a:p>
            <a: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Analysis goals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6B6E5-BA9C-145D-642F-0F7E997BC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4992" y="2177052"/>
            <a:ext cx="3333454" cy="3811588"/>
          </a:xfrm>
        </p:spPr>
        <p:txBody>
          <a:bodyPr/>
          <a:lstStyle/>
          <a:p>
            <a:r>
              <a:rPr lang="en-US" b="1" dirty="0"/>
              <a:t>1 Has any of these metrics changed? How?</a:t>
            </a:r>
          </a:p>
          <a:p>
            <a:r>
              <a:rPr lang="en-US" dirty="0"/>
              <a:t>  Temperature (Celsius)</a:t>
            </a:r>
          </a:p>
          <a:p>
            <a:r>
              <a:rPr lang="en-US" dirty="0"/>
              <a:t>  CO2 Emmissions (Mt)</a:t>
            </a:r>
          </a:p>
          <a:p>
            <a:r>
              <a:rPr lang="en-US" dirty="0"/>
              <a:t>  Sea levels (mm)</a:t>
            </a:r>
          </a:p>
          <a:p>
            <a:r>
              <a:rPr lang="en-US" dirty="0"/>
              <a:t>  Climate Risk Index — CRI</a:t>
            </a:r>
          </a:p>
          <a:p>
            <a:endParaRPr lang="en-US" b="1" dirty="0"/>
          </a:p>
          <a:p>
            <a:r>
              <a:rPr lang="en-US" b="1" dirty="0"/>
              <a:t>2 Which countries/ territories emit the most?</a:t>
            </a:r>
            <a:endParaRPr lang="en-US" dirty="0"/>
          </a:p>
          <a:p>
            <a:endParaRPr lang="sk-S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8B983-A3D7-E0A0-84EA-CB3FAE151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749" y="1198858"/>
            <a:ext cx="2920852" cy="358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5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1917-6CDB-AF0C-8AA8-2C94C097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1A17-5D06-87C6-7ED2-649163F0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92" y="816086"/>
            <a:ext cx="3462080" cy="1360966"/>
          </a:xfrm>
        </p:spPr>
        <p:txBody>
          <a:bodyPr>
            <a:noAutofit/>
          </a:bodyPr>
          <a:lstStyle/>
          <a:p>
            <a:r>
              <a:rPr lang="sk-SK" sz="4800" dirty="0" err="1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Objective</a:t>
            </a:r>
            <a: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 </a:t>
            </a:r>
            <a:r>
              <a:rPr lang="sk-SK" sz="4800" dirty="0" err="1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one</a:t>
            </a:r>
            <a:endParaRPr lang="sk-SK" sz="4800" dirty="0">
              <a:latin typeface="DejaVu Sans" panose="020B0603030804020204" pitchFamily="34" charset="0"/>
              <a:ea typeface="DejaVu Sans" panose="020B0603030804020204" pitchFamily="34" charset="0"/>
              <a:cs typeface="DejaVu Sans" panose="020B06030308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5DB4E-C66F-902B-CED6-6A994DE92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4992" y="2177052"/>
            <a:ext cx="3333454" cy="3811588"/>
          </a:xfrm>
        </p:spPr>
        <p:txBody>
          <a:bodyPr/>
          <a:lstStyle/>
          <a:p>
            <a:r>
              <a:rPr lang="sk-SK" b="1" dirty="0" err="1"/>
              <a:t>Key</a:t>
            </a:r>
            <a:r>
              <a:rPr lang="sk-SK" b="1" dirty="0"/>
              <a:t> </a:t>
            </a:r>
            <a:r>
              <a:rPr lang="sk-SK" b="1" dirty="0" err="1"/>
              <a:t>insights</a:t>
            </a:r>
            <a:r>
              <a:rPr lang="sk-SK" b="1" dirty="0"/>
              <a:t>: </a:t>
            </a:r>
            <a:r>
              <a:rPr lang="sk-SK" dirty="0" err="1"/>
              <a:t>From</a:t>
            </a:r>
            <a:r>
              <a:rPr lang="sk-SK" dirty="0"/>
              <a:t> 2020 to 2023, I </a:t>
            </a:r>
            <a:r>
              <a:rPr lang="sk-SK" dirty="0" err="1"/>
              <a:t>can</a:t>
            </a:r>
            <a:r>
              <a:rPr lang="sk-SK" dirty="0"/>
              <a:t> </a:t>
            </a:r>
            <a:r>
              <a:rPr lang="sk-SK" dirty="0" err="1"/>
              <a:t>see</a:t>
            </a:r>
            <a:r>
              <a:rPr lang="sk-SK" dirty="0"/>
              <a:t> a </a:t>
            </a:r>
            <a:r>
              <a:rPr lang="sk-SK" dirty="0" err="1"/>
              <a:t>steady</a:t>
            </a:r>
            <a:r>
              <a:rPr lang="sk-SK" dirty="0"/>
              <a:t> </a:t>
            </a:r>
            <a:r>
              <a:rPr lang="sk-SK" dirty="0" err="1"/>
              <a:t>decline</a:t>
            </a:r>
            <a:r>
              <a:rPr lang="sk-SK" dirty="0"/>
              <a:t> in </a:t>
            </a:r>
            <a:r>
              <a:rPr lang="sk-SK" dirty="0" err="1"/>
              <a:t>almost</a:t>
            </a:r>
            <a:r>
              <a:rPr lang="sk-SK" dirty="0"/>
              <a:t> </a:t>
            </a:r>
            <a:r>
              <a:rPr lang="sk-SK" dirty="0" err="1"/>
              <a:t>all</a:t>
            </a:r>
            <a:r>
              <a:rPr lang="sk-SK" dirty="0"/>
              <a:t> of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metrics</a:t>
            </a:r>
            <a:r>
              <a:rPr lang="sk-SK" dirty="0"/>
              <a:t> on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right</a:t>
            </a:r>
            <a:r>
              <a:rPr lang="sk-SK" dirty="0"/>
              <a:t>, </a:t>
            </a:r>
            <a:r>
              <a:rPr lang="sk-SK" dirty="0" err="1"/>
              <a:t>which</a:t>
            </a:r>
            <a:r>
              <a:rPr lang="sk-SK" dirty="0"/>
              <a:t> </a:t>
            </a:r>
            <a:r>
              <a:rPr lang="sk-SK" dirty="0" err="1"/>
              <a:t>may</a:t>
            </a:r>
            <a:r>
              <a:rPr lang="sk-SK" dirty="0"/>
              <a:t> </a:t>
            </a:r>
            <a:r>
              <a:rPr lang="sk-SK" dirty="0" err="1"/>
              <a:t>indicate</a:t>
            </a:r>
            <a:r>
              <a:rPr lang="sk-SK" dirty="0"/>
              <a:t> a </a:t>
            </a:r>
            <a:r>
              <a:rPr lang="sk-SK" dirty="0" err="1"/>
              <a:t>slight</a:t>
            </a:r>
            <a:r>
              <a:rPr lang="sk-SK" dirty="0"/>
              <a:t> </a:t>
            </a:r>
            <a:r>
              <a:rPr lang="sk-SK" dirty="0" err="1"/>
              <a:t>improvement</a:t>
            </a:r>
            <a:r>
              <a:rPr lang="sk-SK" dirty="0"/>
              <a:t> of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situation</a:t>
            </a:r>
            <a:r>
              <a:rPr lang="sk-SK" dirty="0"/>
              <a:t>. </a:t>
            </a:r>
            <a:r>
              <a:rPr lang="sk-SK" dirty="0" err="1"/>
              <a:t>From</a:t>
            </a:r>
            <a:r>
              <a:rPr lang="sk-SK" dirty="0"/>
              <a:t> 2023, </a:t>
            </a:r>
            <a:r>
              <a:rPr lang="sk-SK" dirty="0" err="1"/>
              <a:t>we</a:t>
            </a:r>
            <a:r>
              <a:rPr lang="sk-SK" dirty="0"/>
              <a:t> </a:t>
            </a:r>
            <a:r>
              <a:rPr lang="sk-SK" dirty="0" err="1"/>
              <a:t>can</a:t>
            </a:r>
            <a:r>
              <a:rPr lang="sk-SK" dirty="0"/>
              <a:t> </a:t>
            </a:r>
            <a:r>
              <a:rPr lang="sk-SK" dirty="0" err="1"/>
              <a:t>see</a:t>
            </a:r>
            <a:r>
              <a:rPr lang="sk-SK" dirty="0"/>
              <a:t> </a:t>
            </a:r>
            <a:r>
              <a:rPr lang="sk-SK" dirty="0" err="1"/>
              <a:t>an</a:t>
            </a:r>
            <a:r>
              <a:rPr lang="sk-SK" dirty="0"/>
              <a:t> </a:t>
            </a:r>
            <a:r>
              <a:rPr lang="sk-SK" dirty="0" err="1"/>
              <a:t>increase</a:t>
            </a:r>
            <a:r>
              <a:rPr lang="sk-SK" dirty="0"/>
              <a:t> </a:t>
            </a:r>
            <a:r>
              <a:rPr lang="sk-SK" dirty="0" err="1"/>
              <a:t>back</a:t>
            </a:r>
            <a:r>
              <a:rPr lang="sk-SK" dirty="0"/>
              <a:t> to </a:t>
            </a:r>
            <a:r>
              <a:rPr lang="sk-SK" dirty="0" err="1"/>
              <a:t>values</a:t>
            </a:r>
            <a:r>
              <a:rPr lang="sk-SK" dirty="0"/>
              <a:t> </a:t>
            </a:r>
            <a:r>
              <a:rPr lang="sk-SK" dirty="0" err="1"/>
              <a:t>before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pandemic</a:t>
            </a:r>
            <a:r>
              <a:rPr lang="sk-SK" dirty="0"/>
              <a:t> or </a:t>
            </a:r>
            <a:r>
              <a:rPr lang="sk-SK" dirty="0" err="1"/>
              <a:t>higher</a:t>
            </a:r>
            <a:r>
              <a:rPr lang="sk-SK" dirty="0"/>
              <a:t>.</a:t>
            </a:r>
          </a:p>
          <a:p>
            <a:endParaRPr lang="sk-SK" dirty="0"/>
          </a:p>
          <a:p>
            <a:r>
              <a:rPr lang="sk-SK" b="1" dirty="0" err="1"/>
              <a:t>Factors</a:t>
            </a:r>
            <a:r>
              <a:rPr lang="sk-SK" b="1" dirty="0"/>
              <a:t>: </a:t>
            </a:r>
            <a:r>
              <a:rPr lang="sk-SK" dirty="0"/>
              <a:t>SARS-CoV-2 </a:t>
            </a:r>
            <a:r>
              <a:rPr lang="sk-SK" dirty="0" err="1"/>
              <a:t>pandemic</a:t>
            </a:r>
            <a:r>
              <a:rPr lang="sk-SK" dirty="0"/>
              <a:t> </a:t>
            </a:r>
            <a:r>
              <a:rPr lang="sk-SK" dirty="0" err="1"/>
              <a:t>during</a:t>
            </a:r>
            <a:r>
              <a:rPr lang="sk-SK" dirty="0"/>
              <a:t> 2020-2023</a:t>
            </a:r>
            <a:endParaRPr lang="sk-SK" b="1" dirty="0"/>
          </a:p>
        </p:txBody>
      </p:sp>
      <p:pic>
        <p:nvPicPr>
          <p:cNvPr id="5" name="Picture 4" descr="A graph showing the change of temperature&#10;&#10;AI-generated content may be incorrect.">
            <a:extLst>
              <a:ext uri="{FF2B5EF4-FFF2-40B4-BE49-F238E27FC236}">
                <a16:creationId xmlns:a16="http://schemas.microsoft.com/office/drawing/2014/main" id="{656D0562-5D24-F884-F333-0A34C08E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46" y="1784612"/>
            <a:ext cx="6577552" cy="32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8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C0E4-ECF9-C864-D8A9-D25FEE777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7C8B-C563-7161-84E3-02C98A01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92" y="816086"/>
            <a:ext cx="3440385" cy="1360966"/>
          </a:xfrm>
        </p:spPr>
        <p:txBody>
          <a:bodyPr>
            <a:noAutofit/>
          </a:bodyPr>
          <a:lstStyle/>
          <a:p>
            <a:r>
              <a:rPr lang="sk-SK" sz="4800" dirty="0" err="1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Objective</a:t>
            </a:r>
            <a:r>
              <a:rPr lang="sk-SK" sz="48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 </a:t>
            </a:r>
            <a:r>
              <a:rPr lang="sk-SK" sz="4800" dirty="0" err="1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two</a:t>
            </a:r>
            <a:endParaRPr lang="sk-SK" sz="4800" dirty="0">
              <a:latin typeface="DejaVu Sans" panose="020B0603030804020204" pitchFamily="34" charset="0"/>
              <a:ea typeface="DejaVu Sans" panose="020B0603030804020204" pitchFamily="34" charset="0"/>
              <a:cs typeface="DejaVu Sans" panose="020B06030308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604D7-35E7-DC9C-8CF5-C27B92B3E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4992" y="2177052"/>
            <a:ext cx="3333454" cy="3811588"/>
          </a:xfrm>
        </p:spPr>
        <p:txBody>
          <a:bodyPr/>
          <a:lstStyle/>
          <a:p>
            <a:r>
              <a:rPr lang="sk-SK" b="1" dirty="0" err="1"/>
              <a:t>Key</a:t>
            </a:r>
            <a:r>
              <a:rPr lang="sk-SK" b="1" dirty="0"/>
              <a:t> </a:t>
            </a:r>
            <a:r>
              <a:rPr lang="sk-SK" b="1" dirty="0" err="1"/>
              <a:t>insights</a:t>
            </a:r>
            <a:r>
              <a:rPr lang="sk-SK" b="1" dirty="0"/>
              <a:t>: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results</a:t>
            </a:r>
            <a:r>
              <a:rPr lang="sk-SK" dirty="0"/>
              <a:t> vary in </a:t>
            </a:r>
            <a:r>
              <a:rPr lang="sk-SK" dirty="0" err="1"/>
              <a:t>this</a:t>
            </a:r>
            <a:r>
              <a:rPr lang="sk-SK" dirty="0"/>
              <a:t> </a:t>
            </a:r>
            <a:r>
              <a:rPr lang="sk-SK" dirty="0" err="1"/>
              <a:t>comparison</a:t>
            </a:r>
            <a:r>
              <a:rPr lang="sk-SK" dirty="0"/>
              <a:t>. </a:t>
            </a:r>
            <a:r>
              <a:rPr lang="sk-SK" dirty="0" err="1"/>
              <a:t>While</a:t>
            </a:r>
            <a:r>
              <a:rPr lang="sk-SK" dirty="0"/>
              <a:t> </a:t>
            </a:r>
            <a:r>
              <a:rPr lang="sk-SK" dirty="0" err="1"/>
              <a:t>some</a:t>
            </a:r>
            <a:r>
              <a:rPr lang="sk-SK" dirty="0"/>
              <a:t> </a:t>
            </a:r>
            <a:r>
              <a:rPr lang="sk-SK" dirty="0" err="1"/>
              <a:t>continents</a:t>
            </a:r>
            <a:r>
              <a:rPr lang="sk-SK" dirty="0"/>
              <a:t> </a:t>
            </a:r>
            <a:r>
              <a:rPr lang="sk-SK" dirty="0" err="1"/>
              <a:t>increased</a:t>
            </a:r>
            <a:r>
              <a:rPr lang="sk-SK" dirty="0"/>
              <a:t> </a:t>
            </a:r>
            <a:r>
              <a:rPr lang="sk-SK" dirty="0" err="1"/>
              <a:t>their</a:t>
            </a:r>
            <a:r>
              <a:rPr lang="sk-SK" dirty="0"/>
              <a:t> </a:t>
            </a:r>
            <a:r>
              <a:rPr lang="sk-SK" dirty="0" err="1"/>
              <a:t>emissions</a:t>
            </a:r>
            <a:r>
              <a:rPr lang="sk-SK" dirty="0"/>
              <a:t> (</a:t>
            </a:r>
            <a:r>
              <a:rPr lang="sk-SK" dirty="0" err="1"/>
              <a:t>e.g</a:t>
            </a:r>
            <a:r>
              <a:rPr lang="sk-SK" dirty="0"/>
              <a:t>. </a:t>
            </a:r>
            <a:r>
              <a:rPr lang="sk-SK" dirty="0" err="1"/>
              <a:t>Europe</a:t>
            </a:r>
            <a:r>
              <a:rPr lang="sk-SK" dirty="0"/>
              <a:t>, </a:t>
            </a:r>
            <a:r>
              <a:rPr lang="sk-SK" dirty="0" err="1"/>
              <a:t>Oceania</a:t>
            </a:r>
            <a:r>
              <a:rPr lang="sk-SK" dirty="0"/>
              <a:t> and </a:t>
            </a:r>
            <a:r>
              <a:rPr lang="sk-SK" dirty="0" err="1"/>
              <a:t>China</a:t>
            </a:r>
            <a:r>
              <a:rPr lang="sk-SK" dirty="0"/>
              <a:t> – </a:t>
            </a:r>
            <a:r>
              <a:rPr lang="sk-SK" dirty="0" err="1"/>
              <a:t>slightly</a:t>
            </a:r>
            <a:r>
              <a:rPr lang="sk-SK" dirty="0"/>
              <a:t>), </a:t>
            </a:r>
            <a:r>
              <a:rPr lang="sk-SK" dirty="0" err="1"/>
              <a:t>some</a:t>
            </a:r>
            <a:r>
              <a:rPr lang="sk-SK" dirty="0"/>
              <a:t> </a:t>
            </a:r>
            <a:r>
              <a:rPr lang="sk-SK" dirty="0" err="1"/>
              <a:t>have</a:t>
            </a:r>
            <a:r>
              <a:rPr lang="sk-SK" dirty="0"/>
              <a:t> </a:t>
            </a:r>
            <a:r>
              <a:rPr lang="sk-SK" dirty="0" err="1"/>
              <a:t>decreased</a:t>
            </a:r>
            <a:r>
              <a:rPr lang="sk-SK" dirty="0"/>
              <a:t> </a:t>
            </a:r>
            <a:r>
              <a:rPr lang="sk-SK" dirty="0" err="1"/>
              <a:t>them</a:t>
            </a:r>
            <a:r>
              <a:rPr lang="sk-SK" dirty="0"/>
              <a:t> over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period</a:t>
            </a:r>
            <a:r>
              <a:rPr lang="sk-SK" dirty="0"/>
              <a:t>. I </a:t>
            </a:r>
            <a:r>
              <a:rPr lang="sk-SK" dirty="0" err="1"/>
              <a:t>suggest</a:t>
            </a:r>
            <a:r>
              <a:rPr lang="sk-SK" dirty="0"/>
              <a:t> </a:t>
            </a:r>
            <a:r>
              <a:rPr lang="sk-SK" dirty="0" err="1"/>
              <a:t>diving</a:t>
            </a:r>
            <a:r>
              <a:rPr lang="sk-SK" dirty="0"/>
              <a:t> </a:t>
            </a:r>
            <a:r>
              <a:rPr lang="sk-SK" dirty="0" err="1"/>
              <a:t>further</a:t>
            </a:r>
            <a:r>
              <a:rPr lang="sk-SK" dirty="0"/>
              <a:t> </a:t>
            </a:r>
            <a:r>
              <a:rPr lang="sk-SK" dirty="0" err="1"/>
              <a:t>deep</a:t>
            </a:r>
            <a:r>
              <a:rPr lang="sk-SK" dirty="0"/>
              <a:t> </a:t>
            </a:r>
            <a:r>
              <a:rPr lang="sk-SK" dirty="0" err="1"/>
              <a:t>into</a:t>
            </a:r>
            <a:r>
              <a:rPr lang="sk-SK" dirty="0"/>
              <a:t> </a:t>
            </a:r>
            <a:r>
              <a:rPr lang="sk-SK" dirty="0" err="1"/>
              <a:t>which</a:t>
            </a:r>
            <a:r>
              <a:rPr lang="sk-SK" dirty="0"/>
              <a:t> </a:t>
            </a:r>
            <a:r>
              <a:rPr lang="sk-SK" dirty="0" err="1"/>
              <a:t>countries</a:t>
            </a:r>
            <a:r>
              <a:rPr lang="sk-SK" dirty="0"/>
              <a:t> </a:t>
            </a:r>
            <a:r>
              <a:rPr lang="sk-SK" dirty="0" err="1"/>
              <a:t>emit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most and </a:t>
            </a:r>
            <a:r>
              <a:rPr lang="sk-SK" dirty="0" err="1"/>
              <a:t>if</a:t>
            </a:r>
            <a:r>
              <a:rPr lang="sk-SK" dirty="0"/>
              <a:t> </a:t>
            </a:r>
            <a:r>
              <a:rPr lang="sk-SK" dirty="0" err="1"/>
              <a:t>they</a:t>
            </a:r>
            <a:r>
              <a:rPr lang="sk-SK" dirty="0"/>
              <a:t>,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example</a:t>
            </a:r>
            <a:r>
              <a:rPr lang="sk-SK" dirty="0"/>
              <a:t>, </a:t>
            </a:r>
            <a:r>
              <a:rPr lang="sk-SK" dirty="0" err="1"/>
              <a:t>decreased</a:t>
            </a:r>
            <a:r>
              <a:rPr lang="sk-SK" dirty="0"/>
              <a:t> </a:t>
            </a:r>
            <a:r>
              <a:rPr lang="sk-SK" dirty="0" err="1"/>
              <a:t>their</a:t>
            </a:r>
            <a:r>
              <a:rPr lang="sk-SK" dirty="0"/>
              <a:t> </a:t>
            </a:r>
            <a:r>
              <a:rPr lang="sk-SK" dirty="0" err="1"/>
              <a:t>emissions</a:t>
            </a:r>
            <a:r>
              <a:rPr lang="sk-SK" dirty="0"/>
              <a:t> </a:t>
            </a:r>
            <a:r>
              <a:rPr lang="sk-SK" dirty="0" err="1"/>
              <a:t>during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pandemic</a:t>
            </a:r>
            <a:r>
              <a:rPr lang="sk-SK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F1838-6A4A-5D92-F6B3-3F4AC8A2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49" r="9129" b="6598"/>
          <a:stretch>
            <a:fillRect/>
          </a:stretch>
        </p:blipFill>
        <p:spPr>
          <a:xfrm>
            <a:off x="4650158" y="1523206"/>
            <a:ext cx="6620790" cy="381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8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C4AF-4F25-EC4F-735C-BAD85666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420CB-5851-091A-C460-D00FF1B6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92" y="816086"/>
            <a:ext cx="4090835" cy="1360966"/>
          </a:xfrm>
        </p:spPr>
        <p:txBody>
          <a:bodyPr>
            <a:noAutofit/>
          </a:bodyPr>
          <a:lstStyle/>
          <a:p>
            <a:r>
              <a:rPr lang="sk-SK" sz="4800" dirty="0" err="1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Conclusion</a:t>
            </a:r>
            <a:endParaRPr lang="sk-SK" sz="4800" dirty="0">
              <a:latin typeface="DejaVu Sans" panose="020B0603030804020204" pitchFamily="34" charset="0"/>
              <a:ea typeface="DejaVu Sans" panose="020B0603030804020204" pitchFamily="34" charset="0"/>
              <a:cs typeface="DejaVu Sans" panose="020B06030308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BD236-81CB-A018-D6DE-C00BBF433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4992" y="2177052"/>
            <a:ext cx="3333454" cy="3811588"/>
          </a:xfrm>
        </p:spPr>
        <p:txBody>
          <a:bodyPr/>
          <a:lstStyle/>
          <a:p>
            <a:r>
              <a:rPr lang="sk-SK" dirty="0" err="1"/>
              <a:t>While</a:t>
            </a:r>
            <a:r>
              <a:rPr lang="sk-SK" dirty="0"/>
              <a:t> on </a:t>
            </a:r>
            <a:r>
              <a:rPr lang="sk-SK" dirty="0" err="1"/>
              <a:t>average</a:t>
            </a:r>
            <a:r>
              <a:rPr lang="sk-SK" dirty="0"/>
              <a:t>, </a:t>
            </a:r>
            <a:r>
              <a:rPr lang="sk-SK" dirty="0" err="1"/>
              <a:t>countries</a:t>
            </a:r>
            <a:r>
              <a:rPr lang="sk-SK" dirty="0"/>
              <a:t> </a:t>
            </a:r>
            <a:r>
              <a:rPr lang="sk-SK" dirty="0" err="1"/>
              <a:t>reduced</a:t>
            </a:r>
            <a:r>
              <a:rPr lang="sk-SK" dirty="0"/>
              <a:t> </a:t>
            </a:r>
            <a:r>
              <a:rPr lang="sk-SK" dirty="0" err="1"/>
              <a:t>their</a:t>
            </a:r>
            <a:r>
              <a:rPr lang="sk-SK" dirty="0"/>
              <a:t> </a:t>
            </a:r>
            <a:r>
              <a:rPr lang="sk-SK" dirty="0" err="1"/>
              <a:t>emissions</a:t>
            </a:r>
            <a:r>
              <a:rPr lang="sk-SK" dirty="0"/>
              <a:t> and </a:t>
            </a:r>
            <a:r>
              <a:rPr lang="sk-SK" dirty="0" err="1"/>
              <a:t>other</a:t>
            </a:r>
            <a:r>
              <a:rPr lang="sk-SK" dirty="0"/>
              <a:t> </a:t>
            </a:r>
            <a:r>
              <a:rPr lang="sk-SK" dirty="0" err="1"/>
              <a:t>metrics</a:t>
            </a:r>
            <a:r>
              <a:rPr lang="sk-SK" dirty="0"/>
              <a:t> </a:t>
            </a:r>
            <a:r>
              <a:rPr lang="sk-SK" dirty="0" err="1"/>
              <a:t>during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period</a:t>
            </a:r>
            <a:r>
              <a:rPr lang="sk-SK" dirty="0"/>
              <a:t> of </a:t>
            </a:r>
            <a:r>
              <a:rPr lang="sk-SK" dirty="0" err="1"/>
              <a:t>the</a:t>
            </a:r>
            <a:r>
              <a:rPr lang="sk-SK" dirty="0"/>
              <a:t> covid </a:t>
            </a:r>
            <a:r>
              <a:rPr lang="sk-SK" dirty="0" err="1"/>
              <a:t>pandemic</a:t>
            </a:r>
            <a:r>
              <a:rPr lang="sk-SK" dirty="0"/>
              <a:t>, </a:t>
            </a:r>
            <a:r>
              <a:rPr lang="sk-SK" dirty="0" err="1"/>
              <a:t>after</a:t>
            </a:r>
            <a:r>
              <a:rPr lang="sk-SK" dirty="0"/>
              <a:t> </a:t>
            </a:r>
            <a:r>
              <a:rPr lang="sk-SK" dirty="0" err="1"/>
              <a:t>it</a:t>
            </a:r>
            <a:r>
              <a:rPr lang="sk-SK" dirty="0"/>
              <a:t>,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values</a:t>
            </a:r>
            <a:r>
              <a:rPr lang="sk-SK" dirty="0"/>
              <a:t> </a:t>
            </a:r>
            <a:r>
              <a:rPr lang="sk-SK" dirty="0" err="1"/>
              <a:t>quickly</a:t>
            </a:r>
            <a:r>
              <a:rPr lang="sk-SK" dirty="0"/>
              <a:t> </a:t>
            </a:r>
            <a:r>
              <a:rPr lang="sk-SK" dirty="0" err="1"/>
              <a:t>returned</a:t>
            </a:r>
            <a:r>
              <a:rPr lang="sk-SK" dirty="0"/>
              <a:t> </a:t>
            </a:r>
            <a:r>
              <a:rPr lang="sk-SK" dirty="0" err="1"/>
              <a:t>back</a:t>
            </a:r>
            <a:r>
              <a:rPr lang="sk-SK" dirty="0"/>
              <a:t> to </a:t>
            </a:r>
            <a:r>
              <a:rPr lang="sk-SK" dirty="0" err="1"/>
              <a:t>values</a:t>
            </a:r>
            <a:r>
              <a:rPr lang="sk-SK" dirty="0"/>
              <a:t> </a:t>
            </a:r>
            <a:r>
              <a:rPr lang="sk-SK" dirty="0" err="1"/>
              <a:t>from</a:t>
            </a:r>
            <a:r>
              <a:rPr lang="sk-SK" dirty="0"/>
              <a:t> </a:t>
            </a:r>
            <a:r>
              <a:rPr lang="sk-SK" dirty="0" err="1"/>
              <a:t>before</a:t>
            </a:r>
            <a:r>
              <a:rPr lang="sk-SK" dirty="0"/>
              <a:t>. </a:t>
            </a:r>
          </a:p>
          <a:p>
            <a:r>
              <a:rPr lang="sk-SK" dirty="0"/>
              <a:t>To </a:t>
            </a:r>
            <a:r>
              <a:rPr lang="sk-SK" dirty="0" err="1"/>
              <a:t>draw</a:t>
            </a:r>
            <a:r>
              <a:rPr lang="sk-SK" dirty="0"/>
              <a:t> </a:t>
            </a:r>
            <a:r>
              <a:rPr lang="sk-SK" dirty="0" err="1"/>
              <a:t>any</a:t>
            </a:r>
            <a:r>
              <a:rPr lang="sk-SK" dirty="0"/>
              <a:t> more </a:t>
            </a:r>
            <a:r>
              <a:rPr lang="sk-SK" dirty="0" err="1"/>
              <a:t>conclusions</a:t>
            </a:r>
            <a:r>
              <a:rPr lang="sk-SK" dirty="0"/>
              <a:t>, </a:t>
            </a:r>
            <a:r>
              <a:rPr lang="sk-SK" dirty="0" err="1"/>
              <a:t>It‘d</a:t>
            </a:r>
            <a:r>
              <a:rPr lang="sk-SK" dirty="0"/>
              <a:t> </a:t>
            </a:r>
            <a:r>
              <a:rPr lang="sk-SK" dirty="0" err="1"/>
              <a:t>be</a:t>
            </a:r>
            <a:r>
              <a:rPr lang="sk-SK" dirty="0"/>
              <a:t> </a:t>
            </a:r>
            <a:r>
              <a:rPr lang="sk-SK" dirty="0" err="1"/>
              <a:t>ideal</a:t>
            </a:r>
            <a:r>
              <a:rPr lang="sk-SK" dirty="0"/>
              <a:t> to </a:t>
            </a:r>
            <a:r>
              <a:rPr lang="sk-SK" dirty="0" err="1"/>
              <a:t>have</a:t>
            </a:r>
            <a:r>
              <a:rPr lang="sk-SK" dirty="0"/>
              <a:t> more </a:t>
            </a:r>
            <a:r>
              <a:rPr lang="sk-SK" dirty="0" err="1"/>
              <a:t>information</a:t>
            </a:r>
            <a:r>
              <a:rPr lang="sk-SK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B8B45-91DB-A168-F599-DEE0AB039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03354"/>
            <a:ext cx="3793760" cy="329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228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DEJAVU SANS</vt:lpstr>
      <vt:lpstr>DEJAVU SANS</vt:lpstr>
      <vt:lpstr>DejaVu Sans Condensed</vt:lpstr>
      <vt:lpstr>Office Theme</vt:lpstr>
      <vt:lpstr>Climate  change  analysis</vt:lpstr>
      <vt:lpstr>Analysis goals</vt:lpstr>
      <vt:lpstr>Objective one</vt:lpstr>
      <vt:lpstr>Objective two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Maximilián Cenkner</dc:creator>
  <cp:lastModifiedBy>Maximilián Cenkner</cp:lastModifiedBy>
  <cp:revision>2</cp:revision>
  <dcterms:created xsi:type="dcterms:W3CDTF">2025-11-12T13:52:46Z</dcterms:created>
  <dcterms:modified xsi:type="dcterms:W3CDTF">2025-11-12T14:44:10Z</dcterms:modified>
</cp:coreProperties>
</file>